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58" r:id="rId4"/>
  </p:sldMasterIdLst>
  <p:notesMasterIdLst>
    <p:notesMasterId r:id="rId18"/>
  </p:notesMasterIdLst>
  <p:sldIdLst>
    <p:sldId id="335" r:id="rId5"/>
    <p:sldId id="355" r:id="rId6"/>
    <p:sldId id="343" r:id="rId7"/>
    <p:sldId id="360" r:id="rId8"/>
    <p:sldId id="362" r:id="rId9"/>
    <p:sldId id="356" r:id="rId10"/>
    <p:sldId id="361" r:id="rId11"/>
    <p:sldId id="363" r:id="rId12"/>
    <p:sldId id="364" r:id="rId13"/>
    <p:sldId id="365" r:id="rId14"/>
    <p:sldId id="366" r:id="rId15"/>
    <p:sldId id="344" r:id="rId16"/>
    <p:sldId id="350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672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2397FFC-0A89-4D43-80EB-E3174685ECDA}" v="3" dt="2020-10-14T20:00:28.4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07" autoAdjust="0"/>
    <p:restoredTop sz="95265" autoAdjust="0"/>
  </p:normalViewPr>
  <p:slideViewPr>
    <p:cSldViewPr snapToGrid="0">
      <p:cViewPr varScale="1">
        <p:scale>
          <a:sx n="148" d="100"/>
          <a:sy n="148" d="100"/>
        </p:scale>
        <p:origin x="192" y="200"/>
      </p:cViewPr>
      <p:guideLst>
        <p:guide orient="horz" pos="3672"/>
        <p:guide pos="3840"/>
      </p:guideLst>
    </p:cSldViewPr>
  </p:slideViewPr>
  <p:outlineViewPr>
    <p:cViewPr>
      <p:scale>
        <a:sx n="33" d="100"/>
        <a:sy n="33" d="100"/>
      </p:scale>
      <p:origin x="0" y="-106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3/13/25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E31DFB3-42E8-9540-92FB-4AE3F4203F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1"/>
            <a:ext cx="11158847" cy="58248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dirty="0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F13C1B90-0A14-7B4B-B05B-357A6A88291E}"/>
              </a:ext>
            </a:extLst>
          </p:cNvPr>
          <p:cNvCxnSpPr>
            <a:cxnSpLocks/>
          </p:cNvCxnSpPr>
          <p:nvPr userDrawn="1"/>
        </p:nvCxnSpPr>
        <p:spPr>
          <a:xfrm>
            <a:off x="1036261" y="4159793"/>
            <a:ext cx="10122586" cy="0"/>
          </a:xfrm>
          <a:prstGeom prst="line">
            <a:avLst/>
          </a:prstGeom>
          <a:ln w="1270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Content Placeholder 10">
            <a:extLst>
              <a:ext uri="{FF2B5EF4-FFF2-40B4-BE49-F238E27FC236}">
                <a16:creationId xmlns:a16="http://schemas.microsoft.com/office/drawing/2014/main" id="{90097E88-8912-8A4F-9D00-BDA132434FE4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1033153" y="4728131"/>
            <a:ext cx="7806047" cy="28116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/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58E2CE6-6A25-40B9-BD31-82C7507389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6313" y="1656344"/>
            <a:ext cx="7805737" cy="2113466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0271085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E7687ADE-BAA9-634F-96B8-ACF4EE9BD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C26CF-26CC-354C-BB60-AD3E01D575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286000"/>
            <a:ext cx="7810499" cy="290453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2800"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EC4E73-6A9F-2F46-89D1-559CE56C12BE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itle 1">
            <a:extLst>
              <a:ext uri="{FF2B5EF4-FFF2-40B4-BE49-F238E27FC236}">
                <a16:creationId xmlns:a16="http://schemas.microsoft.com/office/drawing/2014/main" id="{88BFD865-74BB-5B40-8DA8-7D7B921A75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71D589B3-67A1-4B39-9EEF-2FB7AB10EC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F5D91E6B-55B5-4092-AD3B-F7E1FD004599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163122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35C0DBA-B958-984A-8540-551D3604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48768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C9ECF50-A899-D84A-8DA7-545D7B194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28700" y="2286003"/>
            <a:ext cx="4876800" cy="3568696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354824" y="990600"/>
            <a:ext cx="4837176" cy="483717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AAE1D3B9-B2D1-4927-BE44-8408FBD84C06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447116-BCE7-456E-88B8-96ADC76E5FC5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3B6347-A35F-4216-9988-7393E598E12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601658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FD808B2-C5CA-FE45-B556-461D856BF7A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4425CA9F-967F-1545-8E32-09F4DB0F04F6}"/>
              </a:ext>
            </a:extLst>
          </p:cNvPr>
          <p:cNvCxnSpPr>
            <a:cxnSpLocks/>
          </p:cNvCxnSpPr>
          <p:nvPr userDrawn="1"/>
        </p:nvCxnSpPr>
        <p:spPr>
          <a:xfrm flipV="1">
            <a:off x="1044475" y="1862667"/>
            <a:ext cx="10103049" cy="867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69DD4EBD-237B-7245-A9C2-A37674E23E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8157798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BA6D65B-10A2-D743-9FFA-D14B8696F3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dirty="0"/>
          </a:p>
        </p:txBody>
      </p:sp>
      <p:sp>
        <p:nvSpPr>
          <p:cNvPr id="10" name="Chart Placeholder 3">
            <a:extLst>
              <a:ext uri="{FF2B5EF4-FFF2-40B4-BE49-F238E27FC236}">
                <a16:creationId xmlns:a16="http://schemas.microsoft.com/office/drawing/2014/main" id="{FCB9F5CF-0F1D-284B-B997-AC308FED47B9}"/>
              </a:ext>
            </a:extLst>
          </p:cNvPr>
          <p:cNvSpPr>
            <a:spLocks noGrp="1"/>
          </p:cNvSpPr>
          <p:nvPr>
            <p:ph type="chart" sz="quarter" idx="11"/>
          </p:nvPr>
        </p:nvSpPr>
        <p:spPr>
          <a:xfrm>
            <a:off x="951345" y="2286000"/>
            <a:ext cx="9145155" cy="3164926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chart</a:t>
            </a: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A5652B48-7CDD-5645-B29B-54727CA5FF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C0F4C76-2690-7448-8D03-9692C2BB1016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1C09B5-CD25-4B65-9120-D8EBD79ABC86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6281DE-BBF4-4AA1-B110-DC418232A013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839333A-6926-414D-9C9D-B62395A38A86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96585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6" pos="63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855E5B9-5A63-2D46-8653-3FD1F538F5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4453"/>
            <a:ext cx="11158847" cy="5824847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dirty="0"/>
          </a:p>
        </p:txBody>
      </p:sp>
      <p:sp>
        <p:nvSpPr>
          <p:cNvPr id="3" name="Table Placeholder 2">
            <a:extLst>
              <a:ext uri="{FF2B5EF4-FFF2-40B4-BE49-F238E27FC236}">
                <a16:creationId xmlns:a16="http://schemas.microsoft.com/office/drawing/2014/main" id="{03FB492B-801F-1741-BD1B-89F9C6BFF0EC}"/>
              </a:ext>
            </a:extLst>
          </p:cNvPr>
          <p:cNvSpPr>
            <a:spLocks noGrp="1"/>
          </p:cNvSpPr>
          <p:nvPr>
            <p:ph type="tbl" sz="quarter" idx="10"/>
          </p:nvPr>
        </p:nvSpPr>
        <p:spPr>
          <a:xfrm>
            <a:off x="1028700" y="2423161"/>
            <a:ext cx="9067800" cy="2227404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Click icon to add table</a:t>
            </a:r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774545B3-0290-D848-BDB5-811BC52BD4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10096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3709460-09E4-854A-889B-491A934DE40F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F749A19-BE29-4599-ABBE-E7C61FF9EE3F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8F30C11-6611-47E2-9CF7-8EE77F4CD107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AF710E8-4CE9-4D79-8121-DD559D321EC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350338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6" pos="63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6A99595-F780-594B-8C36-E4E5AF5E1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 userDrawn="1"/>
        </p:nvSpPr>
        <p:spPr bwMode="auto">
          <a:xfrm>
            <a:off x="0" y="-6836"/>
            <a:ext cx="11158847" cy="582484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ot="0" vert="horz" wrap="square" lIns="91440" tIns="45720" rIns="91440" bIns="45720" anchor="t" anchorCtr="0" upright="1">
            <a:noAutofit/>
          </a:bodyPr>
          <a:lstStyle/>
          <a:p>
            <a:endParaRPr lang="en-US" dirty="0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4AFB169-81B7-454B-BE19-407333C86F3B}"/>
              </a:ext>
            </a:extLst>
          </p:cNvPr>
          <p:cNvCxnSpPr>
            <a:cxnSpLocks/>
          </p:cNvCxnSpPr>
          <p:nvPr userDrawn="1"/>
        </p:nvCxnSpPr>
        <p:spPr>
          <a:xfrm>
            <a:off x="2184935" y="1874704"/>
            <a:ext cx="8973912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FC26CF-26CC-354C-BB60-AD3E01D575ED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304344"/>
            <a:ext cx="7810500" cy="2989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50000"/>
              </a:lnSpc>
              <a:buNone/>
              <a:defRPr/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A06611-233D-45FA-A146-AB9D4F4A787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1525" y="978781"/>
            <a:ext cx="1589372" cy="1325563"/>
          </a:xfrm>
          <a:prstGeom prst="rect">
            <a:avLst/>
          </a:prstGeom>
        </p:spPr>
        <p:txBody>
          <a:bodyPr/>
          <a:lstStyle>
            <a:lvl1pPr>
              <a:defRPr sz="20000"/>
            </a:lvl1pPr>
          </a:lstStyle>
          <a:p>
            <a:r>
              <a:rPr lang="en-US" dirty="0"/>
              <a:t>“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4887C6-2D97-4388-AA65-CEEA6591BFB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F84EFA-1D77-40D3-B5AC-6652DC26F0E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713CA07C-1BC2-4B16-8557-27C373CFCE9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61445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FAD8BFA-14F6-F54A-AB64-29F9F7616A7D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4640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5B9E731-6B9B-024E-9360-F9F34CC6638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4313437"/>
            <a:ext cx="1828800" cy="40122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FD3D9C96-2F42-E545-BD97-AC8568E2F49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028700" y="4752757"/>
            <a:ext cx="1828800" cy="552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892AA37C-BA0F-9C4F-B098-EDFE391C47D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784600" y="4332486"/>
            <a:ext cx="1828800" cy="40122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EEAAAC92-F1DA-6847-8D56-1ACCD5E3B0F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84600" y="4752757"/>
            <a:ext cx="1828800" cy="55245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F4E4153D-E2B3-7D4A-8D92-FF6597B2FB5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531512" y="4313436"/>
            <a:ext cx="1828800" cy="4202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D6B703A-5BF6-744F-A3D3-C65E3F8B3B6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31512" y="4752757"/>
            <a:ext cx="1828800" cy="5524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982A9FE5-981A-B340-B8F8-D2DB83C19609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296400" y="4332486"/>
            <a:ext cx="1828800" cy="42027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800" b="1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594B2391-B4C8-5542-8285-39BAD874EC1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296400" y="4752757"/>
            <a:ext cx="1828800" cy="552451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600" b="0"/>
            </a:lvl1pPr>
            <a:lvl2pPr marL="457200" indent="0">
              <a:buNone/>
              <a:defRPr sz="1600"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Picture Placeholder 25">
            <a:extLst>
              <a:ext uri="{FF2B5EF4-FFF2-40B4-BE49-F238E27FC236}">
                <a16:creationId xmlns:a16="http://schemas.microsoft.com/office/drawing/2014/main" id="{A2D87BC1-884E-CD4E-BABF-B7AF4DF7869E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1028700" y="2308936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8" name="Picture Placeholder 25">
            <a:extLst>
              <a:ext uri="{FF2B5EF4-FFF2-40B4-BE49-F238E27FC236}">
                <a16:creationId xmlns:a16="http://schemas.microsoft.com/office/drawing/2014/main" id="{DB0763B3-E65F-8A47-AA7C-C9A56C5060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3784600" y="2308936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39" name="Picture Placeholder 25">
            <a:extLst>
              <a:ext uri="{FF2B5EF4-FFF2-40B4-BE49-F238E27FC236}">
                <a16:creationId xmlns:a16="http://schemas.microsoft.com/office/drawing/2014/main" id="{1E0F47CF-6DE7-F745-B9D8-55421009AF4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6540500" y="2308936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0" name="Picture Placeholder 25">
            <a:extLst>
              <a:ext uri="{FF2B5EF4-FFF2-40B4-BE49-F238E27FC236}">
                <a16:creationId xmlns:a16="http://schemas.microsoft.com/office/drawing/2014/main" id="{B4621956-6AB4-E346-8900-9AE2A51ADBC5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9296400" y="2314278"/>
            <a:ext cx="1828800" cy="1831590"/>
          </a:xfrm>
          <a:prstGeom prst="rect">
            <a:avLst/>
          </a:prstGeom>
        </p:spPr>
        <p:txBody>
          <a:bodyPr/>
          <a:lstStyle>
            <a:lvl1pPr>
              <a:defRPr sz="2000"/>
            </a:lvl1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5" name="Title 1">
            <a:extLst>
              <a:ext uri="{FF2B5EF4-FFF2-40B4-BE49-F238E27FC236}">
                <a16:creationId xmlns:a16="http://schemas.microsoft.com/office/drawing/2014/main" id="{3B64062A-6292-0441-95CB-9A91F49DBA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383883EC-FACE-4093-9976-8B0D4C8BEBCC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2611EE2-9C8D-405E-9ABF-8EFD1E1D6BB5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E126EB-13BB-4830-A999-3778C11747A6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39632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 userDrawn="1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8" orient="horz" pos="3072" userDrawn="1">
          <p15:clr>
            <a:srgbClr val="FBAE40"/>
          </p15:clr>
        </p15:guide>
        <p15:guide id="13" pos="6384" userDrawn="1">
          <p15:clr>
            <a:srgbClr val="FBAE40"/>
          </p15:clr>
        </p15:guide>
        <p15:guide id="14" orient="horz" pos="3216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le 1">
            <a:extLst>
              <a:ext uri="{FF2B5EF4-FFF2-40B4-BE49-F238E27FC236}">
                <a16:creationId xmlns:a16="http://schemas.microsoft.com/office/drawing/2014/main" id="{A116A2E3-682D-BD4F-9FC9-4546B0C9A1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ED64AC08-85A6-6F44-88B4-3FAE91B70C1B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1056DE-470B-C64D-99AE-5039A021EC5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4ADA9C53-0DC4-4D43-B80C-9B0A9E0EBDE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06672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F8E68047-DF25-AB45-A0F0-F4DFE23516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06672" y="3336211"/>
            <a:ext cx="2286000" cy="2490992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61DB1B27-14E7-1549-BDAA-6DD31A1B1FC4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839200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69D66743-22F2-C84F-9FD2-F350766D6CD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839200" y="3331030"/>
            <a:ext cx="2286000" cy="2466536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A38EF55-8739-4A40-A228-67296EA938B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574144" y="2328553"/>
            <a:ext cx="2286000" cy="911029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268DC74C-B0F9-2649-BEC3-BBA0BD73765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3557921" y="3331029"/>
            <a:ext cx="2286000" cy="246653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 b="0"/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7B1422B-E6C5-43B2-9F2B-DECEB3812142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68377" y="3331029"/>
            <a:ext cx="2286000" cy="246697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buNone/>
              <a:defRPr sz="1400"/>
            </a:lvl1pPr>
            <a:lvl2pPr>
              <a:buNone/>
              <a:defRPr sz="1400"/>
            </a:lvl2pPr>
            <a:lvl3pPr>
              <a:buNone/>
              <a:defRPr sz="1400"/>
            </a:lvl3pPr>
            <a:lvl4pPr>
              <a:buNone/>
              <a:defRPr sz="1400"/>
            </a:lvl4pPr>
            <a:lvl5pPr>
              <a:buNone/>
              <a:defRPr sz="140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C81DA9-1713-43A7-A2CF-A9525B11AF43}"/>
              </a:ext>
            </a:extLst>
          </p:cNvPr>
          <p:cNvSpPr>
            <a:spLocks noGrp="1"/>
          </p:cNvSpPr>
          <p:nvPr>
            <p:ph type="dt" sz="half" idx="26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76A8F0-5D79-4C8A-9966-308409EB26B0}"/>
              </a:ext>
            </a:extLst>
          </p:cNvPr>
          <p:cNvSpPr>
            <a:spLocks noGrp="1"/>
          </p:cNvSpPr>
          <p:nvPr>
            <p:ph type="ftr" sz="quarter" idx="27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85BAE5-43DA-49F0-89E6-66D549C5238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5600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  <p15:guide id="14" pos="1488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91C010F4-E1E5-354F-9B4A-6253D3DC2F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641" y="3044590"/>
            <a:ext cx="4868860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C2F7C8C0-EB32-3C44-930E-DE05403C543A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6285649" y="3044590"/>
            <a:ext cx="4868860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E06473F2-000A-7C44-9048-A0C0D4B652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6A0597E-7AE3-F242-9DDF-F678A5E11458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EAB7162A-656B-3447-976F-951853C325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4"/>
            <a:ext cx="4963884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C8B98E47-9A5A-E54C-A093-86D516AAD0FB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58199" y="2328554"/>
            <a:ext cx="4868860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E274C5-9C2D-4A46-AEAE-9DBE1C417477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419017-8DD9-4B28-B0F1-E82FFB8C1DFB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A0BFF08-A844-4449-9EC2-5B6B6C2D62AF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67541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2476683E-62F2-7746-A136-3A729C70D8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36641" y="3052691"/>
            <a:ext cx="3078159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5EF5BDE3-656A-414E-BE18-702CA738A9D2}"/>
              </a:ext>
            </a:extLst>
          </p:cNvPr>
          <p:cNvSpPr>
            <a:spLocks noGrp="1"/>
          </p:cNvSpPr>
          <p:nvPr>
            <p:ph sz="half" idx="11"/>
          </p:nvPr>
        </p:nvSpPr>
        <p:spPr>
          <a:xfrm>
            <a:off x="8039099" y="3044590"/>
            <a:ext cx="3115409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9" name="Content Placeholder 3">
            <a:extLst>
              <a:ext uri="{FF2B5EF4-FFF2-40B4-BE49-F238E27FC236}">
                <a16:creationId xmlns:a16="http://schemas.microsoft.com/office/drawing/2014/main" id="{0EAADDF0-090D-2C4F-BE2D-160C2C550298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4539760" y="3044590"/>
            <a:ext cx="3115409" cy="1942138"/>
          </a:xfrm>
          <a:prstGeom prst="rect">
            <a:avLst/>
          </a:prstGeom>
        </p:spPr>
        <p:txBody>
          <a:bodyPr lIns="0" tIns="0" rIns="0" bIns="0" anchor="t" anchorCtr="0"/>
          <a:lstStyle>
            <a:lvl1pPr marL="285750" indent="-285750">
              <a:buFont typeface="Wingdings" pitchFamily="2" charset="2"/>
              <a:buChar char="§"/>
              <a:defRPr sz="18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3E0EAFBC-DE77-7648-95EC-91DDA529F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2A16A97-402E-8040-9B48-1B6ED23ABC4F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B4BD319C-69C3-3D46-977C-F80FD35E3C6C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941616" y="2328554"/>
            <a:ext cx="3173184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4F6FB95E-AD0D-3843-8241-AB907F5915CC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66252" y="2328554"/>
            <a:ext cx="3115409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CC85BB87-C622-304F-9F58-8716188AA54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33114" y="2328554"/>
            <a:ext cx="3115409" cy="645284"/>
          </a:xfrm>
          <a:prstGeom prst="rect">
            <a:avLst/>
          </a:prstGeom>
        </p:spPr>
        <p:txBody>
          <a:bodyPr/>
          <a:lstStyle>
            <a:lvl1pPr>
              <a:buNone/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9C6B0B5-56D6-429D-BC3A-5E501EDADA88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88DFE9-DB89-4EB9-9FB1-D484EC0C1B58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0C09F4-4087-4A1E-B8B8-85A748DC9014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898064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80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5D6FA74B-53F8-584F-85D3-47FB14D40E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DC152369-C198-1E48-8F65-F6AC0534DFF6}"/>
              </a:ext>
            </a:extLst>
          </p:cNvPr>
          <p:cNvCxnSpPr>
            <a:cxnSpLocks/>
          </p:cNvCxnSpPr>
          <p:nvPr userDrawn="1"/>
        </p:nvCxnSpPr>
        <p:spPr>
          <a:xfrm>
            <a:off x="1033153" y="1871272"/>
            <a:ext cx="10125694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8921E4-02B0-3748-9844-933F710058FA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321923"/>
            <a:ext cx="4876800" cy="3825952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43048678-0BD6-C448-8690-BD61FC6095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248400" y="2286000"/>
            <a:ext cx="4876800" cy="2746375"/>
          </a:xfrm>
          <a:prstGeom prst="rect">
            <a:avLst/>
          </a:prstGeom>
        </p:spPr>
        <p:txBody>
          <a:bodyPr/>
          <a:lstStyle>
            <a:lvl1pPr>
              <a:buNone/>
              <a:defRPr sz="1800"/>
            </a:lvl1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AC8134C-ADB9-4E1C-97DD-12E5DE2C7753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7A0C24D-14BB-46C9-A4C2-DB15E4FB9B2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33D085-5F13-41E2-9C46-08E3E2846CC8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388974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itle 1">
            <a:extLst>
              <a:ext uri="{FF2B5EF4-FFF2-40B4-BE49-F238E27FC236}">
                <a16:creationId xmlns:a16="http://schemas.microsoft.com/office/drawing/2014/main" id="{B35C0DBA-B958-984A-8540-551D3604D6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57107" y="999068"/>
            <a:ext cx="4876800" cy="645284"/>
          </a:xfrm>
          <a:prstGeom prst="rect">
            <a:avLst/>
          </a:prstGeom>
        </p:spPr>
        <p:txBody>
          <a:bodyPr lIns="0" tIns="0" rIns="0" bIns="0" anchor="b"/>
          <a:lstStyle/>
          <a:p>
            <a:r>
              <a:rPr lang="en-US" dirty="0"/>
              <a:t>Click to edit</a:t>
            </a: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0C9ECF50-A899-D84A-8DA7-545D7B1945C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57107" y="2286003"/>
            <a:ext cx="4876800" cy="233272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None/>
              <a:defRPr sz="18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23E260-2F88-C54F-893E-80966D14934A}"/>
              </a:ext>
            </a:extLst>
          </p:cNvPr>
          <p:cNvCxnSpPr>
            <a:cxnSpLocks/>
          </p:cNvCxnSpPr>
          <p:nvPr userDrawn="1"/>
        </p:nvCxnSpPr>
        <p:spPr>
          <a:xfrm>
            <a:off x="6261560" y="1869925"/>
            <a:ext cx="4872347" cy="0"/>
          </a:xfrm>
          <a:prstGeom prst="line">
            <a:avLst/>
          </a:prstGeom>
          <a:ln w="762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41785DC-164D-344A-8D61-85C59CABECC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90600"/>
            <a:ext cx="4837176" cy="4837176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8B57D363-927D-CE43-AD8A-2F5E6CC59E9F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57107" y="4659581"/>
            <a:ext cx="4876800" cy="543031"/>
          </a:xfrm>
          <a:prstGeom prst="rect">
            <a:avLst/>
          </a:prstGeom>
        </p:spPr>
        <p:txBody>
          <a:bodyPr lIns="0" tIns="0" rIns="0" bIns="0" anchor="t"/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 sz="1200"/>
            </a:lvl2pPr>
            <a:lvl3pPr marL="914400" indent="0">
              <a:buFontTx/>
              <a:buNone/>
              <a:defRPr sz="1200"/>
            </a:lvl3pPr>
            <a:lvl4pPr marL="1371600" indent="0">
              <a:buFontTx/>
              <a:buNone/>
              <a:defRPr sz="1200"/>
            </a:lvl4pPr>
            <a:lvl5pPr marL="1828800" indent="0">
              <a:buFontTx/>
              <a:buNone/>
              <a:defRPr sz="1200"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DB2FDBC3-20E9-45B6-850D-2F34EA22D1B8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C17A152-7FD0-42FA-9937-8667D4B75152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687AABD-BCAB-4325-8510-954CAAD92A9D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85415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648">
          <p15:clr>
            <a:srgbClr val="FBAE40"/>
          </p15:clr>
        </p15:guide>
        <p15:guide id="4" orient="horz" pos="1152" userDrawn="1">
          <p15:clr>
            <a:srgbClr val="FBAE40"/>
          </p15:clr>
        </p15:guide>
        <p15:guide id="5" orient="horz" pos="144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79F22C8-3EAB-425F-ADBA-3A162D82024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830818" y="6292334"/>
            <a:ext cx="1522982" cy="182880"/>
          </a:xfrm>
          <a:prstGeom prst="rect">
            <a:avLst/>
          </a:prstGeom>
        </p:spPr>
        <p:txBody>
          <a:bodyPr vert="horz" lIns="0" tIns="45720" rIns="0" bIns="45720" rtlCol="0" anchor="ctr"/>
          <a:lstStyle>
            <a:lvl1pPr algn="l">
              <a:defRPr sz="1200" b="0">
                <a:solidFill>
                  <a:schemeClr val="bg1"/>
                </a:solidFill>
              </a:defRPr>
            </a:lvl1pPr>
          </a:lstStyle>
          <a:p>
            <a:r>
              <a:rPr lang="en-US"/>
              <a:t>September 3, 20XX </a:t>
            </a:r>
            <a:endParaRPr lang="en-US" dirty="0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C4B4F87-0B31-4EDA-8270-4233B0D8FF7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298180" y="6294120"/>
            <a:ext cx="1462788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1">
                <a:solidFill>
                  <a:schemeClr val="bg1"/>
                </a:solidFill>
              </a:defRPr>
            </a:lvl1pPr>
          </a:lstStyle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05EC255-976A-48BF-A8A0-1ECEBDFBB6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93500" y="6292334"/>
            <a:ext cx="412750" cy="1828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7782931A-7D25-4B4B-9464-57AE418934A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589224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59" r:id="rId1"/>
    <p:sldLayoutId id="2147483674" r:id="rId2"/>
    <p:sldLayoutId id="2147483673" r:id="rId3"/>
    <p:sldLayoutId id="2147483671" r:id="rId4"/>
    <p:sldLayoutId id="2147483678" r:id="rId5"/>
    <p:sldLayoutId id="2147483676" r:id="rId6"/>
    <p:sldLayoutId id="2147483677" r:id="rId7"/>
    <p:sldLayoutId id="2147483660" r:id="rId8"/>
    <p:sldLayoutId id="2147483675" r:id="rId9"/>
    <p:sldLayoutId id="2147483679" r:id="rId10"/>
    <p:sldLayoutId id="2147483680" r:id="rId11"/>
    <p:sldLayoutId id="2147483681" r:id="rId12"/>
    <p:sldLayoutId id="2147483684" r:id="rId13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b="1" kern="1200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  <p15:guide id="3" pos="240">
          <p15:clr>
            <a:srgbClr val="547EBF"/>
          </p15:clr>
        </p15:guide>
        <p15:guide id="4" orient="horz" pos="240">
          <p15:clr>
            <a:srgbClr val="547EBF"/>
          </p15:clr>
        </p15:guide>
        <p15:guide id="5" pos="7440">
          <p15:clr>
            <a:srgbClr val="547EBF"/>
          </p15:clr>
        </p15:guide>
        <p15:guide id="6" orient="horz" pos="4080">
          <p15:clr>
            <a:srgbClr val="547EBF"/>
          </p15:clr>
        </p15:guide>
        <p15:guide id="7" pos="7008" userDrawn="1">
          <p15:clr>
            <a:srgbClr val="F26B43"/>
          </p15:clr>
        </p15:guide>
        <p15:guide id="8" pos="3720">
          <p15:clr>
            <a:srgbClr val="547EBF"/>
          </p15:clr>
        </p15:guide>
        <p15:guide id="9" pos="2112">
          <p15:clr>
            <a:srgbClr val="547EBF"/>
          </p15:clr>
        </p15:guide>
        <p15:guide id="10" pos="1824" userDrawn="1">
          <p15:clr>
            <a:srgbClr val="547EBF"/>
          </p15:clr>
        </p15:guide>
        <p15:guide id="11" pos="5568">
          <p15:clr>
            <a:srgbClr val="547EBF"/>
          </p15:clr>
        </p15:guide>
        <p15:guide id="12" pos="5832">
          <p15:clr>
            <a:srgbClr val="547EBF"/>
          </p15:clr>
        </p15:guide>
        <p15:guide id="13" pos="4968">
          <p15:clr>
            <a:srgbClr val="9FCC3B"/>
          </p15:clr>
        </p15:guide>
        <p15:guide id="14" pos="5208">
          <p15:clr>
            <a:srgbClr val="9FCC3B"/>
          </p15:clr>
        </p15:guide>
        <p15:guide id="15" pos="2712">
          <p15:clr>
            <a:srgbClr val="9FCC3B"/>
          </p15:clr>
        </p15:guide>
        <p15:guide id="16" pos="2472">
          <p15:clr>
            <a:srgbClr val="9FCC3B"/>
          </p15:clr>
        </p15:guide>
        <p15:guide id="17" orient="horz" pos="624" userDrawn="1">
          <p15:clr>
            <a:srgbClr val="F26B43"/>
          </p15:clr>
        </p15:guide>
        <p15:guide id="18" orient="horz" pos="3672" userDrawn="1">
          <p15:clr>
            <a:srgbClr val="F26B43"/>
          </p15:clr>
        </p15:guide>
        <p15:guide id="19" pos="3984" userDrawn="1">
          <p15:clr>
            <a:srgbClr val="547EBF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figma.com/design/kJrymMZpsY9Vop4Z88GoQH/Rent?node-id=0-1&amp;t=nZhwmyrjv2Qke7aN-1" TargetMode="Externa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9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8ECC17-4660-124A-8996-54F15FD169C0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 b="1" dirty="0"/>
              <a:t>Kelemen Balázs János          Bata Dániel </a:t>
            </a:r>
            <a:r>
              <a:rPr lang="en-US" b="1" dirty="0" err="1"/>
              <a:t>Tamás</a:t>
            </a:r>
            <a:r>
              <a:rPr lang="en-US" b="1" dirty="0"/>
              <a:t>          </a:t>
            </a:r>
            <a:r>
              <a:rPr lang="en-US" b="1" dirty="0" err="1"/>
              <a:t>Pidl</a:t>
            </a:r>
            <a:r>
              <a:rPr lang="en-US" b="1" dirty="0"/>
              <a:t> </a:t>
            </a:r>
            <a:r>
              <a:rPr lang="en-US" b="1" dirty="0" err="1"/>
              <a:t>Ádám</a:t>
            </a:r>
            <a:endParaRPr lang="en-US" b="1" dirty="0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8205AA07-71AE-C589-E293-AD6017439F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33153" y="2913256"/>
            <a:ext cx="5054286" cy="10314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54737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7349B3-D5EB-B204-1401-CD7D687994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BB73A6B-C996-E053-7AC9-CBBB43D05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Aim of our project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C459987-51B9-386A-2BF8-BBB7DD507AE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285999"/>
            <a:ext cx="7810499" cy="3095297"/>
          </a:xfrm>
        </p:spPr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Making the process of renting a vehicle smooth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Ensuring a secure and user-friendly experience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Efficient booking and management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/>
              <a:t>Scalable and future proof architecture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2E3B4E-D2A6-C013-EDEE-E6DB390C3D73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6463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966EE-4FBD-534E-AAED-6C54465EF9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Functions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C737E2-1EBF-6244-8E0A-274D170CCCE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User management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Car browsing &amp; booking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Admin dashboard &amp; control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User &amp; rental approvals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Security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Driver’s license verification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Admin authorization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/>
              <a:t>Notifications</a:t>
            </a:r>
          </a:p>
        </p:txBody>
      </p:sp>
      <p:pic>
        <p:nvPicPr>
          <p:cNvPr id="11" name="Picture Placeholder 10" descr="Paper Boats">
            <a:extLst>
              <a:ext uri="{FF2B5EF4-FFF2-40B4-BE49-F238E27FC236}">
                <a16:creationId xmlns:a16="http://schemas.microsoft.com/office/drawing/2014/main" id="{30FDF0A1-337F-4901-B663-86681B2274C8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DE5F9E-39DA-49B7-8AA0-FF8E2B15DEEB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8328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127C30-ABA6-6529-BEAF-5D4BD8E76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B5340C-8BC4-6908-67ED-C821695FB1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Frontend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59ED7C-0699-380A-FFFA-AA0BEA7BFF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500" b="1" dirty="0"/>
              <a:t>Stack:</a:t>
            </a:r>
            <a:endParaRPr lang="en-US" sz="2500" dirty="0"/>
          </a:p>
          <a:p>
            <a:pPr marL="800100" lvl="1" indent="-342900">
              <a:lnSpc>
                <a:spcPct val="100000"/>
              </a:lnSpc>
            </a:pPr>
            <a:r>
              <a:rPr lang="en-US" sz="2200" dirty="0"/>
              <a:t>Angular 18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2200" dirty="0"/>
              <a:t>TypeScript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2200" dirty="0"/>
              <a:t>Sassy CSS (SCSS)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500" b="1" dirty="0"/>
              <a:t>Design: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2200" dirty="0">
                <a:hlinkClick r:id="rId2"/>
              </a:rPr>
              <a:t>Figma</a:t>
            </a:r>
            <a:endParaRPr lang="en-US" sz="22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864C04-CCCB-B79E-281E-8469B3D4C04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500" b="1" dirty="0"/>
              <a:t>Features:</a:t>
            </a:r>
          </a:p>
          <a:p>
            <a:pPr marL="742950" lvl="1" indent="-285750"/>
            <a:r>
              <a:rPr lang="en-US" sz="2200" dirty="0"/>
              <a:t>Responsive UI</a:t>
            </a:r>
          </a:p>
          <a:p>
            <a:pPr marL="742950" lvl="1" indent="-285750"/>
            <a:r>
              <a:rPr lang="en-US" sz="2200" dirty="0"/>
              <a:t>Smooth state management</a:t>
            </a:r>
          </a:p>
          <a:p>
            <a:pPr marL="742950" lvl="1" indent="-285750"/>
            <a:r>
              <a:rPr lang="en-US" sz="2200" dirty="0"/>
              <a:t>Dynamic and interactive components via Angular</a:t>
            </a:r>
          </a:p>
          <a:p>
            <a:pPr marL="742950" lvl="1" indent="-285750"/>
            <a:r>
              <a:rPr lang="en-US" sz="2200" dirty="0" err="1"/>
              <a:t>RxJS</a:t>
            </a:r>
            <a:endParaRPr lang="en-US" sz="2200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9CDF01-017A-E017-8B42-F26E7CD98F7A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44400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0B3D07-1984-BBF5-123C-22C307C6E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18E02D55-E516-AEE7-7241-6E8EF4C86475}"/>
              </a:ext>
            </a:extLst>
          </p:cNvPr>
          <p:cNvSpPr txBox="1">
            <a:spLocks/>
          </p:cNvSpPr>
          <p:nvPr/>
        </p:nvSpPr>
        <p:spPr>
          <a:xfrm>
            <a:off x="1028700" y="2321923"/>
            <a:ext cx="4876800" cy="38259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</a:pPr>
            <a:r>
              <a:rPr lang="en-US" sz="2200" b="1" dirty="0"/>
              <a:t>Components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800" dirty="0"/>
              <a:t>UI and user interactions</a:t>
            </a:r>
          </a:p>
          <a:p>
            <a:pPr marL="342900" indent="-342900">
              <a:lnSpc>
                <a:spcPct val="100000"/>
              </a:lnSpc>
            </a:pPr>
            <a:r>
              <a:rPr lang="en-US" sz="2200" b="1" dirty="0"/>
              <a:t>Pipes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800" dirty="0"/>
              <a:t>Data transformations, such as filtering cars</a:t>
            </a:r>
          </a:p>
          <a:p>
            <a:pPr marL="342900" indent="-342900">
              <a:lnSpc>
                <a:spcPct val="100000"/>
              </a:lnSpc>
            </a:pPr>
            <a:r>
              <a:rPr lang="en-US" sz="2200" b="1" dirty="0"/>
              <a:t>Services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800" dirty="0"/>
              <a:t>Handle API communication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30A1A8F-70BA-B431-75B2-683BF8F104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</p:spPr>
        <p:txBody>
          <a:bodyPr/>
          <a:lstStyle/>
          <a:p>
            <a:r>
              <a:rPr lang="en-US" dirty="0"/>
              <a:t>Frontend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69B843A-EEF7-BF48-9BB5-DE581D75D41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5</a:t>
            </a:fld>
            <a:endParaRPr lang="en-US"/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674C8FD-A01C-C1E9-5F5F-E0B1F481D1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32191" y="257561"/>
            <a:ext cx="2857554" cy="5911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85104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7DDC64-17AD-3D72-BDF8-C75F76B2C5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3A68D9-9F44-C649-09B7-86C899C9E8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Backend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8CCDE8-5A2B-74AD-771F-5CD25ADB35B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EE8F7A97-9B53-444D-E1D8-EB036693F19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Stack:</a:t>
            </a:r>
            <a:endParaRPr lang="en-US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NodeJS w/ Express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/>
              <a:t>Features:</a:t>
            </a:r>
            <a:endParaRPr lang="en-US" dirty="0"/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JWT </a:t>
            </a:r>
            <a:r>
              <a:rPr lang="en-US" i="1" dirty="0"/>
              <a:t>(</a:t>
            </a:r>
            <a:r>
              <a:rPr lang="en-US" i="1" dirty="0" err="1"/>
              <a:t>jsonwebtoken</a:t>
            </a:r>
            <a:r>
              <a:rPr lang="en-US" i="1" dirty="0"/>
              <a:t>)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i="1" dirty="0"/>
              <a:t>w/ refresh tokens &amp; forgotten password tokens!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Full-fledged authentication system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Database connection via MySQL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MVC (</a:t>
            </a:r>
            <a:r>
              <a:rPr lang="en-US" i="1" dirty="0"/>
              <a:t>model, view, controller</a:t>
            </a:r>
            <a:r>
              <a:rPr lang="en-US" dirty="0"/>
              <a:t>)</a:t>
            </a:r>
          </a:p>
          <a:p>
            <a:pPr lvl="1"/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6C7DA14-65B0-B143-5247-079B9BEE5B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849"/>
          <a:stretch/>
        </p:blipFill>
        <p:spPr>
          <a:xfrm>
            <a:off x="8138762" y="1124607"/>
            <a:ext cx="3215038" cy="4294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75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B3F712-9446-10B3-FDCB-1B95B5625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DC927C-E21C-7AE1-AD68-F1AC3D3031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Database - MySQL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25DF8D-BE1B-8906-3AE5-0D556D68AF5C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>
                <a:solidFill>
                  <a:schemeClr val="bg1"/>
                </a:solidFill>
              </a:rPr>
              <a:t>Annual Review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72222E-6223-7EAC-661D-E35FCA92C1BC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9" name="Date Placeholder 5">
            <a:extLst>
              <a:ext uri="{FF2B5EF4-FFF2-40B4-BE49-F238E27FC236}">
                <a16:creationId xmlns:a16="http://schemas.microsoft.com/office/drawing/2014/main" id="{3A398C05-495A-169B-D0AB-B10DF12BFE04}"/>
              </a:ext>
            </a:extLst>
          </p:cNvPr>
          <p:cNvSpPr txBox="1">
            <a:spLocks/>
          </p:cNvSpPr>
          <p:nvPr/>
        </p:nvSpPr>
        <p:spPr>
          <a:xfrm>
            <a:off x="9830818" y="6292334"/>
            <a:ext cx="1522982" cy="182880"/>
          </a:xfrm>
          <a:prstGeom prst="rect">
            <a:avLst/>
          </a:prstGeom>
        </p:spPr>
        <p:txBody>
          <a:bodyPr lIns="0" tIns="0" rIns="0" bIns="0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/>
                </a:solidFill>
              </a:rPr>
              <a:t>September 3, 20XX 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ED5216B-AD5E-5C4C-5AB9-AEBBB4E64D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720894"/>
            <a:ext cx="10134600" cy="49308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289560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25533-45DF-60C2-9CE6-03361F32A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E5B8EFD-2B6F-D808-F7D9-F1A46370FD56}"/>
              </a:ext>
            </a:extLst>
          </p:cNvPr>
          <p:cNvSpPr txBox="1">
            <a:spLocks/>
          </p:cNvSpPr>
          <p:nvPr/>
        </p:nvSpPr>
        <p:spPr>
          <a:xfrm>
            <a:off x="1028700" y="2321923"/>
            <a:ext cx="4876800" cy="38259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</a:pPr>
            <a:endParaRPr lang="en-US" sz="180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CB2B72-7D77-5944-84F8-2DB84371E6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</p:spPr>
        <p:txBody>
          <a:bodyPr/>
          <a:lstStyle/>
          <a:p>
            <a:r>
              <a:rPr lang="en-US" dirty="0"/>
              <a:t>Jira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3E05104-BB45-8F69-4716-E61984F337C9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2AE05DF-3D49-A2A2-EFD0-AD5B5EC305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0225" y="2097636"/>
            <a:ext cx="7359650" cy="3245877"/>
          </a:xfrm>
          <a:prstGeom prst="rect">
            <a:avLst/>
          </a:prstGeom>
        </p:spPr>
      </p:pic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D69A87FF-28F2-5F57-42B4-F75EAF25E239}"/>
              </a:ext>
            </a:extLst>
          </p:cNvPr>
          <p:cNvSpPr txBox="1">
            <a:spLocks/>
          </p:cNvSpPr>
          <p:nvPr/>
        </p:nvSpPr>
        <p:spPr>
          <a:xfrm>
            <a:off x="871268" y="2261539"/>
            <a:ext cx="3262582" cy="330626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1">
              <a:spcAft>
                <a:spcPts val="1600"/>
              </a:spcAft>
            </a:pPr>
            <a:r>
              <a:rPr lang="en-US" sz="2200" dirty="0"/>
              <a:t>Kanban</a:t>
            </a:r>
          </a:p>
          <a:p>
            <a:pPr marL="0" lvl="1">
              <a:spcAft>
                <a:spcPts val="1600"/>
              </a:spcAft>
            </a:pPr>
            <a:r>
              <a:rPr lang="en-US" sz="2200" dirty="0"/>
              <a:t>Workflow management</a:t>
            </a:r>
          </a:p>
          <a:p>
            <a:pPr marL="0" lvl="1"/>
            <a:r>
              <a:rPr lang="en-US" sz="2200" dirty="0"/>
              <a:t>Time tracking</a:t>
            </a:r>
          </a:p>
          <a:p>
            <a:pPr marL="457200" lvl="2">
              <a:spcAft>
                <a:spcPts val="1600"/>
              </a:spcAft>
            </a:pPr>
            <a:r>
              <a:rPr lang="en-US" sz="1800" i="1" dirty="0"/>
              <a:t>w/ Clockwork</a:t>
            </a:r>
          </a:p>
          <a:p>
            <a:pPr marL="0" lvl="1">
              <a:spcAft>
                <a:spcPts val="1600"/>
              </a:spcAft>
            </a:pPr>
            <a:r>
              <a:rPr lang="en-US" sz="2200" dirty="0"/>
              <a:t>Task organization</a:t>
            </a:r>
          </a:p>
        </p:txBody>
      </p:sp>
    </p:spTree>
    <p:extLst>
      <p:ext uri="{BB962C8B-B14F-4D97-AF65-F5344CB8AC3E}">
        <p14:creationId xmlns:p14="http://schemas.microsoft.com/office/powerpoint/2010/main" val="7637164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B826BC-6F2E-1D90-1FF7-526916755E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D9192E-A8D9-88E5-4EC3-7B2EF5C8AB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GitHub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DC0B1C-E4C2-5E14-8BA5-A4FEB3FD1BA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D214BDD-8D85-501D-81B7-02CD4E2DD51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lvl="1" indent="-342900">
              <a:buFont typeface="Arial" panose="020B0604020202020204" pitchFamily="34" charset="0"/>
              <a:buChar char="•"/>
            </a:pPr>
            <a:r>
              <a:rPr lang="en-US" sz="2200" dirty="0"/>
              <a:t>Branches</a:t>
            </a:r>
          </a:p>
          <a:p>
            <a:pPr marL="731520" lvl="2" indent="-342900">
              <a:buFont typeface="Arial" panose="020B0604020202020204" pitchFamily="34" charset="0"/>
              <a:buChar char="•"/>
            </a:pPr>
            <a:r>
              <a:rPr lang="en-US" sz="1800" dirty="0"/>
              <a:t>Production</a:t>
            </a:r>
          </a:p>
          <a:p>
            <a:pPr marL="731520" lvl="2" indent="-342900">
              <a:buFont typeface="Arial" panose="020B0604020202020204" pitchFamily="34" charset="0"/>
              <a:buChar char="•"/>
            </a:pPr>
            <a:r>
              <a:rPr lang="en-US" sz="1800" dirty="0"/>
              <a:t>Front-end</a:t>
            </a:r>
          </a:p>
          <a:p>
            <a:pPr marL="731520" lvl="2" indent="-342900">
              <a:buFont typeface="Arial" panose="020B0604020202020204" pitchFamily="34" charset="0"/>
              <a:buChar char="•"/>
            </a:pPr>
            <a:r>
              <a:rPr lang="en-US" sz="1800" dirty="0"/>
              <a:t>Back-end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Repository management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Commit history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200" dirty="0"/>
              <a:t>Collaboration &amp; workflow</a:t>
            </a:r>
          </a:p>
        </p:txBody>
      </p:sp>
    </p:spTree>
    <p:extLst>
      <p:ext uri="{BB962C8B-B14F-4D97-AF65-F5344CB8AC3E}">
        <p14:creationId xmlns:p14="http://schemas.microsoft.com/office/powerpoint/2010/main" val="14933122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5D7C1D-171F-90BD-4407-9F0E11F35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9513C0-ACAF-AB92-A5E4-8C048311E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Gantt Diagram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197CAB-16B5-42D7-5385-7F741FDE5E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028700" y="2321923"/>
            <a:ext cx="4253370" cy="3825952"/>
          </a:xfrm>
        </p:spPr>
        <p:txBody>
          <a:bodyPr/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Task scheduling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Progress monitoring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Task assigning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200" dirty="0"/>
              <a:t>Adaptability</a:t>
            </a:r>
          </a:p>
          <a:p>
            <a:pPr marL="800100" lvl="1" indent="-342900">
              <a:lnSpc>
                <a:spcPct val="100000"/>
              </a:lnSpc>
            </a:pPr>
            <a:r>
              <a:rPr lang="en-US" sz="1800" dirty="0"/>
              <a:t>Easily adjustable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51067-9C00-489C-9782-ED7D30C83FED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/>
          <a:p>
            <a:fld id="{7782931A-7D25-4B4B-9464-57AE418934A3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F26EDCB-E1A2-0B38-0236-0A83C244B0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2070" y="999068"/>
            <a:ext cx="5881230" cy="4759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69804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DE54E-F445-E700-231F-93C5D4CA2C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615C15C0-EABB-AE2E-32B4-CEC82046AB1E}"/>
              </a:ext>
            </a:extLst>
          </p:cNvPr>
          <p:cNvSpPr txBox="1">
            <a:spLocks/>
          </p:cNvSpPr>
          <p:nvPr/>
        </p:nvSpPr>
        <p:spPr>
          <a:xfrm>
            <a:off x="1028700" y="2321923"/>
            <a:ext cx="4876800" cy="3825952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>
              <a:lnSpc>
                <a:spcPct val="100000"/>
              </a:lnSpc>
            </a:pPr>
            <a:r>
              <a:rPr lang="en-US" sz="1800" dirty="0"/>
              <a:t>Wide range of cars w/ affordable rates</a:t>
            </a:r>
          </a:p>
          <a:p>
            <a:pPr marL="342900" indent="-342900">
              <a:lnSpc>
                <a:spcPct val="100000"/>
              </a:lnSpc>
            </a:pPr>
            <a:r>
              <a:rPr lang="en-US" sz="1800" dirty="0"/>
              <a:t>Flexible rental periods</a:t>
            </a:r>
          </a:p>
          <a:p>
            <a:pPr marL="342900" indent="-342900">
              <a:lnSpc>
                <a:spcPct val="100000"/>
              </a:lnSpc>
            </a:pPr>
            <a:r>
              <a:rPr lang="en-US" sz="1800" dirty="0"/>
              <a:t>Easy online booking</a:t>
            </a:r>
          </a:p>
          <a:p>
            <a:pPr marL="342900" indent="-342900">
              <a:lnSpc>
                <a:spcPct val="100000"/>
              </a:lnSpc>
            </a:pPr>
            <a:r>
              <a:rPr lang="en-US" sz="1800" dirty="0"/>
              <a:t>Quick and efficient customer service</a:t>
            </a:r>
          </a:p>
          <a:p>
            <a:pPr marL="342900" indent="-342900">
              <a:lnSpc>
                <a:spcPct val="100000"/>
              </a:lnSpc>
            </a:pPr>
            <a:r>
              <a:rPr lang="en-US" sz="1800" dirty="0"/>
              <a:t>Secure and reliable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1FDED9B-2422-B26C-7243-89B0BBC639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999068"/>
            <a:ext cx="7810500" cy="645284"/>
          </a:xfrm>
        </p:spPr>
        <p:txBody>
          <a:bodyPr/>
          <a:lstStyle/>
          <a:p>
            <a:r>
              <a:rPr lang="en-US" dirty="0"/>
              <a:t>Why us?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F86AB51-150E-3CA1-7B8B-439B699A6C0F}"/>
              </a:ext>
            </a:extLst>
          </p:cNvPr>
          <p:cNvSpPr>
            <a:spLocks noGrp="1"/>
          </p:cNvSpPr>
          <p:nvPr>
            <p:ph type="sldNum" sz="quarter" idx="28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44C202-E55D-FC53-35B9-F7F359130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3434" y="2728344"/>
            <a:ext cx="2540000" cy="25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30723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A3DC4DCC-46DD-4ED5-93DF-7D5D252BF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“</a:t>
            </a:r>
          </a:p>
        </p:txBody>
      </p:sp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DC35020-811A-6347-8ACA-87D6CC930F6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Implementing online purchases w/ Stripe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Ticket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Detailed logging system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SSO (</a:t>
            </a:r>
            <a:r>
              <a:rPr lang="en-US" i="1" dirty="0"/>
              <a:t>Single sign-on</a:t>
            </a:r>
            <a:r>
              <a:rPr lang="en-US" dirty="0"/>
              <a:t>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78C4B2-02EF-4CCF-8822-E0B9DF4345B4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280EFC24-8F66-7B6A-BA95-9191930E92EC}"/>
              </a:ext>
            </a:extLst>
          </p:cNvPr>
          <p:cNvSpPr txBox="1">
            <a:spLocks/>
          </p:cNvSpPr>
          <p:nvPr/>
        </p:nvSpPr>
        <p:spPr>
          <a:xfrm>
            <a:off x="2360897" y="1158804"/>
            <a:ext cx="3556427" cy="645284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0000" b="1" kern="120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4400" dirty="0"/>
              <a:t>Future plans</a:t>
            </a:r>
          </a:p>
        </p:txBody>
      </p:sp>
    </p:spTree>
    <p:extLst>
      <p:ext uri="{BB962C8B-B14F-4D97-AF65-F5344CB8AC3E}">
        <p14:creationId xmlns:p14="http://schemas.microsoft.com/office/powerpoint/2010/main" val="339888478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B67F85-B014-E54D-AC82-A789515E82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Thank you</a:t>
            </a:r>
          </a:p>
        </p:txBody>
      </p:sp>
      <p:pic>
        <p:nvPicPr>
          <p:cNvPr id="7" name="Picture Placeholder 6" descr="White Darts">
            <a:extLst>
              <a:ext uri="{FF2B5EF4-FFF2-40B4-BE49-F238E27FC236}">
                <a16:creationId xmlns:a16="http://schemas.microsoft.com/office/drawing/2014/main" id="{8A7A839A-FCAC-2F45-B138-DD0DC7C61FB3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87CE19-F795-8240-B223-A5CA7C9DE0E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Thank you for taking the time to listen to our presentation. </a:t>
            </a:r>
          </a:p>
          <a:p>
            <a:endParaRPr lang="en-US" dirty="0"/>
          </a:p>
          <a:p>
            <a:r>
              <a:rPr lang="en-US" dirty="0"/>
              <a:t>We truly appreciate your attention and interest in our project.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788D6534-C18A-6F43-BFAE-88E2F83FD9B4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6257107" y="4642163"/>
            <a:ext cx="4876800" cy="618220"/>
          </a:xfrm>
        </p:spPr>
        <p:txBody>
          <a:bodyPr/>
          <a:lstStyle/>
          <a:p>
            <a:pPr>
              <a:spcAft>
                <a:spcPts val="500"/>
              </a:spcAft>
            </a:pPr>
            <a:r>
              <a:rPr lang="en-US" b="1" dirty="0"/>
              <a:t>                                       team</a:t>
            </a:r>
          </a:p>
          <a:p>
            <a:r>
              <a:rPr lang="en-US" dirty="0"/>
              <a:t>made w/ passion &amp; ❤️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A0CAF6B-5914-4E2F-90A1-4B2D92D5ADC0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>
          <a:xfrm>
            <a:off x="11493500" y="6292334"/>
            <a:ext cx="412750" cy="182880"/>
          </a:xfrm>
        </p:spPr>
        <p:txBody>
          <a:bodyPr/>
          <a:lstStyle/>
          <a:p>
            <a:fld id="{7782931A-7D25-4B4B-9464-57AE418934A3}" type="slidenum">
              <a:rPr lang="en-US" smtClean="0"/>
              <a:pPr/>
              <a:t>13</a:t>
            </a:fld>
            <a:endParaRPr lang="en-US"/>
          </a:p>
        </p:txBody>
      </p:sp>
      <p:pic>
        <p:nvPicPr>
          <p:cNvPr id="4" name="Picture 3" descr="A black background with white text&#10;&#10;AI-generated content may be incorrect.">
            <a:extLst>
              <a:ext uri="{FF2B5EF4-FFF2-40B4-BE49-F238E27FC236}">
                <a16:creationId xmlns:a16="http://schemas.microsoft.com/office/drawing/2014/main" id="{319ABA53-AF9B-4875-B0C5-4ABD0F7B99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21455" y="4554584"/>
            <a:ext cx="1907998" cy="389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3235640"/>
      </p:ext>
    </p:extLst>
  </p:cSld>
  <p:clrMapOvr>
    <a:masterClrMapping/>
  </p:clrMapOvr>
</p:sld>
</file>

<file path=ppt/theme/theme1.xml><?xml version="1.0" encoding="utf-8"?>
<a:theme xmlns:a="http://schemas.openxmlformats.org/drawingml/2006/main" name="Theme1">
  <a:themeElements>
    <a:clrScheme name="Swiss">
      <a:dk1>
        <a:srgbClr val="000000"/>
      </a:dk1>
      <a:lt1>
        <a:srgbClr val="FFFFFF"/>
      </a:lt1>
      <a:dk2>
        <a:srgbClr val="E4E4E4"/>
      </a:dk2>
      <a:lt2>
        <a:srgbClr val="7CA655"/>
      </a:lt2>
      <a:accent1>
        <a:srgbClr val="A9D4DB"/>
      </a:accent1>
      <a:accent2>
        <a:srgbClr val="FBE284"/>
      </a:accent2>
      <a:accent3>
        <a:srgbClr val="4495A2"/>
      </a:accent3>
      <a:accent4>
        <a:srgbClr val="AA5881"/>
      </a:accent4>
      <a:accent5>
        <a:srgbClr val="E06742"/>
      </a:accent5>
      <a:accent6>
        <a:srgbClr val="F9D448"/>
      </a:accent6>
      <a:hlink>
        <a:srgbClr val="4495A2"/>
      </a:hlink>
      <a:folHlink>
        <a:srgbClr val="AA5881"/>
      </a:folHlink>
    </a:clrScheme>
    <a:fontScheme name="Custom 35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wissPresentation A_Win32_MW_JS_SL_v2" id="{44541DF4-21D6-4F7A-B904-007D7865A971}" vid="{47A233BE-44D9-439C-9A9E-AF9EA0822AE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081B53F0-FE0E-4C4C-84FF-93580062270A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2.xml><?xml version="1.0" encoding="utf-8"?>
<ds:datastoreItem xmlns:ds="http://schemas.openxmlformats.org/officeDocument/2006/customXml" ds:itemID="{3149A8C3-21EC-4C35-871F-CCC7148089A3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29D363B3-DC66-45B9-8B2A-DA220F5DD19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272</Words>
  <Application>Microsoft Macintosh PowerPoint</Application>
  <PresentationFormat>Widescreen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Arial Nova</vt:lpstr>
      <vt:lpstr>Calibri</vt:lpstr>
      <vt:lpstr>Wingdings</vt:lpstr>
      <vt:lpstr>Theme1</vt:lpstr>
      <vt:lpstr>PowerPoint Presentation</vt:lpstr>
      <vt:lpstr>Aim of our project</vt:lpstr>
      <vt:lpstr>Functions</vt:lpstr>
      <vt:lpstr>Frontend</vt:lpstr>
      <vt:lpstr>Frontend</vt:lpstr>
      <vt:lpstr>Backend</vt:lpstr>
      <vt:lpstr>Database - MySQL</vt:lpstr>
      <vt:lpstr>Jira</vt:lpstr>
      <vt:lpstr>GitHub</vt:lpstr>
      <vt:lpstr>Gantt Diagram</vt:lpstr>
      <vt:lpstr>Why us?</vt:lpstr>
      <vt:lpstr>“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2020-10-14T20:00:28Z</dcterms:created>
  <dcterms:modified xsi:type="dcterms:W3CDTF">2025-03-13T15:08:52Z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